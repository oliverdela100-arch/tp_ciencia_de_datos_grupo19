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19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38928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industria que no levanta cabeza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 del PIB industrial per capita en Argentina (1970-2024)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7432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Economia y Negocios — FCE, UBA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Docente: Nicolas Sidicaro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Hipotesis de trabajo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principal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industria argentina no se recupero de la misma manera despues de cada crisis: en algunos casos volvio a crecer, en otros quedo en un nivel mas bajo. Lo que buscamos entender es que diferencia a las crisis que dejaron secuelas permanentes de las que no.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6791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complementaria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990088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crisis que dejaron secuelas mas profundas son aquellas en las que la industria cayo por debajo del nivel previo incluso 6 anos despues del piso, a diferencia de las crisis coyunturales donde la recuperacion fue mas rapida y completa.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Descripcion de la base de datos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industrial per capita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33172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1970-2024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observaciones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1970=100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INDEC, Fund. Norte y Sur,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Lattes et al. (1975)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industrial per capita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874520"/>
            <a:ext cx="233172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paises, 1970-2023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observaciones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1970=100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UNSTATS /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Accounts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234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33172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 mundial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1962-2023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Harvard Growth Lab,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BACl-CEPII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bases provienen del topico Industria de Argendata (Fundacion Fundar). Datos crudos en raw/, sin modificacion.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utilizadas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0" y="10789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0789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35608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vab_indust_pc_indice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1481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industrial per capita de Argentina (base 1970=100)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481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gdp_indust_pc_indice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industrial per capita por pais (base 1970=100)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148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816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prop_pct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08960" y="28163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 en exportaciones manufactureras mundiales (%)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28163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4838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3483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de la observacion (1970-2024)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34838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05656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1513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08960" y="41513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de la observacion (Argentina, Francia, Mexico, Corea del Sur)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1513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utilizaron bases auxiliares externas a Argendata. El cruce se hace por anio y pais, presentes en los tres archivos.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Estadisticas descriptivas — Argentina (1970-2024)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industrial per capita, indice base 1970=100 — 55 observaciones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57400" y="1325880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1389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664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49040" y="1325880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389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664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(2002)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40680" y="1325880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1389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664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114.0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(1974)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32320" y="1325880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1389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1664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subperiodo: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944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pre-dictadura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1970-1975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456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057400" y="2944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dictadura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1976-1983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7400" y="3456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749040" y="2944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1984-2001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49040" y="3456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40680" y="2944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2002-2011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3456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32320" y="2944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 ciclo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2012-2024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0" y="3456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subperiodo pre-dictadura promedió por encima de 100. Todos los demas estan por debajo del nivel inicial.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Estadisticas descriptivas — Comparacion internacional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industrial per capita, base 1970=100 — nivel actual (2023):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que cayo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respecto a 1970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005072"/>
            <a:ext cx="16002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4813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1760" y="187452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19385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2670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Crecio 70%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1970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4005072"/>
            <a:ext cx="160020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14813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87452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19385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63440" y="2670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Crecio 86%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1970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4005072"/>
            <a:ext cx="160020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80" y="14813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 del Sur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187452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12280" y="19385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5.739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12280" y="2670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Crecio 5.600%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1970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4005072"/>
            <a:ext cx="1600200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es el unico de los cuatro paises cuyo nivel en 2023 (82.4) esta por debajo del punto de partida de 1970 (100).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Datos faltantes y outliers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 sum(is.na()) en cada columna de las tres bases.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0" cy="2560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11430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encontraron valores que justifiquen exclusion: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9019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Minimo 64.6 (2002): corresponde a la crisis de la convertibilidad, economicamente plausible.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66160" y="23591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Maximo 114 (1974): pico historico pre-dictadura, plausible.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76148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Corea del Sur llega a 5.739, pero es correcto dado su proceso de industrializacion acelerada.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3337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 haber faltantes ni outliers, las estadisticas post-limpieza son identicas a las de la seccion anterior.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Proceso de limpieza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limpieza fue acotada dado que no habia faltantes ni outliers. Los pasos fueron: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el periodo de analisis (desde 1970 en adelante) en las tres bases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2585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los cuatro paises de interes (Argentina, Francia, Mexico, Corea del Sur)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083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columnas y unificar nombres de paises para facilitar el cruce entre bases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7581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prop_pct = prop_mundial × 100 para expresar la participacion en porcentaje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no se excluyo ninguna observacion, las estadisticas post-limpieza son identicas a las anteriores.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 comunicacional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tp_final/output/grafico_comunicac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8229600" cy="391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 comunicacional — Corea del Sur aparte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tp_final/output/grafico_co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8229600" cy="391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 exploratoria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tp_final/output/grafico_explorato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8229600" cy="391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Metodologia y resultados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58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Indexacion y tasas de variacion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527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 la trayectoria de Argentina vs Francia y Mexico indexada en 1970=100. Calculamos la variacion por subperiodo: Argentina cayo en 3 de 4 periodos; los otros siempre crecieron.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Tendencia lineal por subperiodo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una regresion por subperiodo historico para separar la tendencia estructural de los shocks. La tendencia fue negativa en 3 de 5 subperiodos para Argentina.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58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Exportaciones manufactureras mundiales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995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participacion de Argentina bajo de 0.25% a 0.16% (1970-2023) mientras Corea del Sur subio de 0.03% a 3.3% y Mexico de 0.36% a 3.0%.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Tasas de variacion por subperiodo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051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7724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72184"/>
            <a:ext cx="77724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1970-1983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-12.3%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1984-2001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4048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4048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+37.7%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77724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0954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2002-2011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32095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+71.2%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2095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2012-2023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40142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40142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cayo en 3 de los 4 subperiodos. Solo 2002-2011 tuvo crecimiento, rebotando desde el piso de la convertibilidad.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Exportaciones manufactureras mundiales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tp_final/output/grafico_expor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822960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bajo de 0.25% a 0.16% en exportaciones manufactureras mientras Corea del Sur subio de 0.03% a 3.3% y Mexico de 0.36% a 3.0%. Esto refuerza la hipotesis complementaria.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confirman parcialmente la hipotesis principal. El event study muestra que la dictadura y la crisis de 2018 dejaron la industria por debajo del nivel previo incluso 6 anos despues, mientras que la convertibilidad tuvo una recuperacion rapida y completa.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analisis de tendencia muestra que la trayectoria fue negativa en 3 de 5 subperiodos. Solo 2002-2011 tuvo pendiente positiva, porque reboto desde el nivel mas bajo de toda la serie.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40156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hipotesis complementaria tambien se confirma: Argentina perdio participacion en exportaciones manufactureras mientras los otros paises crecian. El problema no es solo interno, sino que tambien perdimos posicion en el mercado global.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Proximos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47472" cy="34747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Redefinir crisis por PIB total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sugerencia del professor fue explorar si usando el piso del PIB total cambian los resultados del event study.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47472" cy="34747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Desagregar por rama industrial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si la industria alimenticia resistio mejor que la quimica o la automotriz.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47472" cy="34747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formal de diferencia de medias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formalmente las tasas de crecimiento post-crisis entre Argentina y los otros paises.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347472" cy="34747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paises de comparacion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3434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Brasil y Chile para separar factores regionales de factores especificamente argentinos.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19  |  Ciencia de Datos, FCE-UBA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1361</Words>
  <Application>Microsoft Office PowerPoint</Application>
  <PresentationFormat>Presentación en pantalla (16:9)</PresentationFormat>
  <Paragraphs>209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Santiago Ariel  Oliveira</cp:lastModifiedBy>
  <cp:revision>2</cp:revision>
  <dcterms:created xsi:type="dcterms:W3CDTF">2026-06-23T00:35:32Z</dcterms:created>
  <dcterms:modified xsi:type="dcterms:W3CDTF">2026-06-23T00:50:40Z</dcterms:modified>
</cp:coreProperties>
</file>